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743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40"/>
              </a:lnSpc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Parkinson's Disease Drug Target Bioactivity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0">
                <a:solidFill>
                  <a:srgbClr val="DDDDDD"/>
                </a:solidFill>
                <a:latin typeface="Calibri"/>
              </a:defRPr>
            </a:pPr>
            <a:r>
              <a:t>Complete Code Walkthrough — XGBoost, Logistic Regression &amp; 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AAAAAA"/>
                </a:solidFill>
                <a:latin typeface="Calibri"/>
              </a:defRPr>
            </a:pPr>
            <a:r>
              <a:t>Niharika Rai  |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 / 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1.  Project Overview &amp; Motivation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2.  Overall Workflow Diagram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3.  Scripts Covered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4.  Script 1 — XGBoost Full Pipeline (xgboost_full_pipeline_antigravity.py)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 4a.  Imports &amp; Configuration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 4b.  STEP 1 — Data Fetching from ChEMBL (with retry logic)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 4c.  STEP 2 — Featurization (SMILES → Descriptors + Fingerprints)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 4d.  STEP 3 — Metrics Helper Function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 4e.  STEP 4 — Training &amp; Evaluation (XGBoost, per-gene)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 4f.  Main Entry Point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5.  Script 2 — Logistic Regression Full Pipeline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 5a.  Key Differences from XGBoost Script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 5b.  Logistic Regression Model Configuration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  5c.  Cached Data Reuse in Main Block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6.  Script 3 — Model Comparison (compare_models.py)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7.  XGBoost vs. Logistic Regression — Hyperparameter Tables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8.  Data Leakage, Errors &amp; Improvement Analysis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9.  Viva / Mentor Q&amp;A — Likely Questions &amp; Answers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2 / 54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Project Overview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Goal: Predict whether chemical compounds are ACTIVE or INACTIVE against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15 Parkinson's-disease-related protein targets using real ChEMBL data.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Approach: Build one classifier per gene target, using two algorithms: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(a) XGBoost — gradient-boosted tree ensemble (non-linear, powerful)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(b) Logistic Regression — linear baseline (interpretable, fast)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Features: 1024-bit Morgan (ECFP4) fingerprints + 7 physicochemical descriptors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Evaluation: Accuracy, Precision, Recall, Specificity, F1, ROC-AUC, PR-AUC, MCC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Comparison: A third script merges per-gene results side-by-side and declares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a winner on ROC-AUC for each gene.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Relevance: Supports early-stage virtual screening for Parkinson's drug discovery —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narrows thousands of candidate molecules to those most likely to bind PD targets.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3 / 54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End-to-End Pipeline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011680"/>
            <a:ext cx="1645920" cy="12801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15 PD Gene</a:t>
            </a:r>
            <a:br/>
            <a:r>
              <a:t>Targets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2011680"/>
            <a:ext cx="1645920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ChEMBL API</a:t>
            </a:r>
            <a:br/>
            <a:r>
              <a:t>Fetch Bioactivity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2011680"/>
            <a:ext cx="1645920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Label:</a:t>
            </a:r>
            <a:br/>
            <a:r>
              <a:t>Active / Inactive</a:t>
            </a:r>
            <a:br/>
            <a:r>
              <a:t>(≤1000nM / ≥10000nM)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011680"/>
            <a:ext cx="1645920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Remove Ambiguous</a:t>
            </a:r>
            <a:br/>
            <a:r>
              <a:t>&amp; Deduplicate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0" y="2011680"/>
            <a:ext cx="1645920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SMILES →</a:t>
            </a:r>
            <a:br/>
            <a:r>
              <a:t>Morgan FP (1024)</a:t>
            </a:r>
            <a:br/>
            <a:r>
              <a:t>+ 7 Descriptors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0" y="2011680"/>
            <a:ext cx="1645920" cy="12801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Train/Test Split</a:t>
            </a:r>
            <a:br/>
            <a:r>
              <a:t>(75/25, Stratified)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3931920"/>
            <a:ext cx="1645920" cy="128016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StandardScaler</a:t>
            </a:r>
            <a:br/>
            <a:r>
              <a:t>(fit on train)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3931920"/>
            <a:ext cx="1645920" cy="128016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XGBoost</a:t>
            </a:r>
            <a:br/>
            <a:r>
              <a:t>Classifier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1645920" cy="128016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Logistic</a:t>
            </a:r>
            <a:br/>
            <a:r>
              <a:t>Regression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3931920"/>
            <a:ext cx="1645920" cy="128016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Predict</a:t>
            </a:r>
            <a:br/>
            <a:r>
              <a:t>&amp; Evaluate</a:t>
            </a:r>
            <a:br/>
            <a:r>
              <a:t>(8 metrics)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515600" y="3931920"/>
            <a:ext cx="1645920" cy="1280160"/>
          </a:xfrm>
          <a:prstGeom prst="rect">
            <a:avLst/>
          </a:prstGeom>
          <a:solidFill>
            <a:srgbClr val="880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Compare Models</a:t>
            </a:r>
            <a:br/>
            <a:r>
              <a:t>(merge CSVs,</a:t>
            </a:r>
            <a:br/>
            <a:r>
              <a:t>declare winner)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29184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291840"/>
            <a:ext cx="365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529"/>
              </a:lnSpc>
              <a:spcAft>
                <a:spcPts val="2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80"/>
              </a:lnSpc>
              <a:spcAft>
                <a:spcPts val="200"/>
              </a:spcAft>
              <a:defRPr sz="1200" b="0">
                <a:solidFill>
                  <a:srgbClr val="BBBBBB"/>
                </a:solidFill>
                <a:latin typeface="Calibri"/>
              </a:defRPr>
            </a:pPr>
            <a:r>
              <a:t>Output: Per-gene CSV results, confusion matrix PNGs, model_comparison_results.csv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 / 54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Three Scripts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Scripts at a Glance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3200400"/>
                <a:gridCol w="640080"/>
                <a:gridCol w="411480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Script File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Lines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Output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xgboost_full_pipeline_antigravity.py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347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Fetch ChEMBL data → Featurize → Train XGBoost per gene → Evaluate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xgboost_bioactivity_results_per_gene.csv</a:t>
                      </a:r>
                    </a:p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Confusion matrix PNGs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logistic_regression_full_pipeline_antigravity.py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340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Same pipeline but with Logistic Regression classifier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logistic_regression_bioactivity_results_per_gene.csv</a:t>
                      </a:r>
                    </a:p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Confusion matrix PNGs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compare_models.py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Merge per-gene results from both models, determine ROC-AUC winner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model_comparison_results.csv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5 / 54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7A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0">
                <a:solidFill>
                  <a:srgbClr val="DDDDDD"/>
                </a:solidFill>
                <a:latin typeface="Calibri"/>
              </a:defRPr>
            </a:pPr>
            <a:r>
              <a:t>SCRIPT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xgboost_full_pipeline_antigravity.py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DDDDDD"/>
                </a:solidFill>
                <a:latin typeface="Calibri"/>
              </a:defRPr>
            </a:pPr>
            <a:r>
              <a:t>347 lines  •  5 pipeline steps  •  XGBoost Classifier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6 / 54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IMPORTS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Imports — Standard &amp; Visualization Libraries (Lines 35–41)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import os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import time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import numpy as np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import pandas as pd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import matplotlib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matplotlib.use("Agg")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import matplotlib.pyplot as plt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import os — File system ops: creating output dirs,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checking file existence.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import time — time.sleep() for retry backoff delays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when ChEMBL API calls fail.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import numpy as np — Numerical arrays; used to hold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fingerprint bit-vectors and feed ML models.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import pandas as pd — DataFrames for tabular data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(bioactivity records, features, results).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matplotlib.use("Agg") — Sets non-interactive backend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so plots are saved to PNG without needing a GUI display.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MUST come BEFORE importing pyplot.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import matplotlib.pyplot as plt — Plotting API for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confusion-matrix heatmaps.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7 / 54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IMPORTS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Imports — Chemistry &amp; ChEMBL (Lines 43–45)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from chembl_webresource_client.new_client 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import new_client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from rdkit import Chem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from rdkit.Chem import Descriptors, Lipinski, 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rdFingerprintGenerator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new_client — Python wrapper for ChEMBL REST API.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Provides .target, .activity, .molecule sub-clients.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Used to search for protein targets and download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bioactivity data programmatically.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Chem (RDKit) — Core cheminformatics: parses SMILES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strings into molecular objects (rdkit.Chem.Mol).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MolFromSmiles() returns None if SMILES is invalid.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Descriptors — Computes physicochemical properties: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MolWt, MolLogP, TPSA, NumRotatableBonds, NumAromaticRings.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Lipinski — Computes Lipinski Rule-of-5 properties: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NumHDonors, NumHAcceptors (drug-likeness filters).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rdFingerprintGenerator — Generates Morgan (ECFP4)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circular fingerprints. Encodes molecular substructure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patterns as fixed-length bit-vectors for ML.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8 / 54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IMPORTS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Imports — Machine Learning (Lines 47–54)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from xgboost import XGBClassifier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from sklearn.model_selection import train_test_split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from sklearn.preprocessing import StandardScaler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from sklearn.metrics import 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accuracy_score, precision_score,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recall_score, f1_score,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roc_auc_score, average_precision_score,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matthews_corrcoef,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confusion_matrix, ConfusionMatrixDisplay,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XGBClassifier — Gradient-boosted tree ensemble from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the XGBoost library. Learns an ensemble of shallow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decision trees sequentially, each correcting errors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of the previous. Powerful for tabular data.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train_test_split — Splits data into train/test sets.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Supports stratification to preserve class ratios.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StandardScaler — z-score normalization: (x - μ) / σ.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Fit on training data only → transform both sets.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Required for LR; optional but harmless for XGBoost.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Metric functions — Each computes one evaluation metric: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accuracy, precision, recall, F1, ROC-AUC, PR-AUC, MCC.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confusion_matrix — Returns [[TN, FP], [FN, TP]].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ConfusionMatrixDisplay — Renders confusion matrix as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a matplotlib heatmap for visualization.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9 / 54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Configuration Constants (Lines 59–68)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ACTIVE_THRESHOLD_NM   = 1000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INACTIVE_THRESHOLD_NM = 10000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BIOACTIVITY_TYPES = ["IC50", "Ki", "EC50"]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FP_SIZE = 1024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MIN_TOTAL_SAMPLES   = 20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MIN_SAMPLES_PER_CLASS = 6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OUT_DIR = "xgb_bioactivity_confusion_matrices"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os.makedirs(OUT_DIR, exist_ok=True)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ACTIVE_THRESHOLD_NM = 1000 — Compounds with potency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≤ 1 µM are labeled Active (1). Standard med-chem cutoff.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INACTIVE_THRESHOLD_NM = 10000 — Potency ≥ 10 µM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Inactive (0). Compounds between 1–10 µM are dropped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to create a clear decision boundary (no grey zone).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BIOACTIVITY_TYPES — Only IC50, Ki, EC50 assay types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are downloaded (the most common potency measures).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FP_SIZE = 1024 — Length of the Morgan fingerprint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bit-vector. 1024 bits is a common default; balances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resolution vs. sparsity.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MIN_TOTAL_SAMPLES = 20, MIN_SAMPLES_PER_CLASS = 6 —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Genes with fewer compounds are skipped to avoid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unreliable train/test splits.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os.makedirs(…, exist_ok=True) — Creates output dir;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does not error if it already exists.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10 / 54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Gene Search Terms Dictionary (Lines 70–86)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GENE_SEARCH_TERMS = {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"LRRK2":   ["LRRK2",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"Leucine-rich repeat serine/..."],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"MAO_B":   ["MAOB", "Monoamine oxidase B"],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"ADORA2A": ["ADORA2A", "Adenosine receptor A2a"],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"COMT":    ["COMT", "Catechol O-methyltransferase"],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"GBA1":    ["GBA","GBA1","Glucosylceramidase",...],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"DRD2":    ["DRD2", "Dopamine D2 receptor"],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"DRD1":    ["DRD1", "Dopamine D1 receptor"],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"GLP1R":   ["GLP1R", "Glucagon-like peptide 1..."],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"PINK1":   ["PINK1", "Serine/threonine-..."],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"PARKIN":  ["PARK2","PRKN","Parkin",...],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"SNCA":    ["SNCA", "Alpha-synuclein"],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"GRIN1_2": ["GRIN1","NMDA receptor subunit 1",...],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"CHRM":    ["CHRM1","CHRM2","CHRM3","CHRM4",...],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"SLC18A2": ["SLC18A2","VMAT2",...],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"SLC6A3":  ["SLC6A3","DAT1",...],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Dictionary mapping each gene label to a list of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ChEMBL search terms (gene symbols + protein names).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15 PD-related genes covering key PD pathways: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— Kinases: LRRK2, PINK1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— Enzymes: MAO-B, COMT, GBA1, PARKIN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— Receptors: ADORA2A, DRD1/2, GLP1R, CHRM, GRIN1/2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— Transporters: SLC18A2 (VMAT2), SLC6A3 (DAT)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— Aggregation: SNCA (alpha-synuclein)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Multiple search terms per gene increase the chance of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matching the correct ChEMBL target entry (some genes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have synonyms or the protein name differs from the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gene symbol in ChEMBL's records).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The loop tries each term until a human single-protein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target is found, then stops (break).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11 / 54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CONFIG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Descriptor Functions &amp; Fingerprint Generator (Lines 88–97)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DESCRIPTOR_FUNCS = {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"MolWt":         Descriptors.MolWt,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"LogP":          Descriptors.MolLogP,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"TPSA":          Descriptors.TPSA,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"NumHDonors":    Lipinski.NumHDonors,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"NumHAcceptors": Lipinski.NumHAcceptors,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"NumRotBonds":   Descriptors.NumRotatableBonds,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"NumAromRings":  Descriptors.NumAromaticRings,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}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morgan_gen = rdFingerprintGenerator\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.GetMorganGenerator(radius=2, fpSize=FP_SIZE)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DESCRIPTOR_FUNCS — Dict mapping descriptor names to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RDKit calculator functions. Each function takes an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RDKit Mol object and returns a float.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MolWt — Molecular weight (Daltons).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LogP — Octanol-water partition coefficient; measures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lipophilicity (drug absorption).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TPSA — Topological polar surface area; predicts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membrane permeability.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NumHDonors / NumHAcceptors — Lipinski Rule-of-5.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NumRotBonds — Molecular flexibility.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NumAromRings — Aromatic ring count.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morgan_gen — Pre-initialised Morgan fingerprint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generator: radius=2 means ECFP4 (diameter 4).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fpSize=1024 sets the output bit-vector length.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Called once globally for efficiency (avoids repeated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generator creation per molecule).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12 / 54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Retry Helper with Exponential Backoff (Lines 103–128)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MAX_RETRIES = 5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RETRY_DELAY_BASE = 15  # seconds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def _retry(func, description, max_retries=MAX_RETRIES):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for attempt in range(1, max_retries + 1):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try: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return func()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except (ConnectionError, OSError, Exception) as exc: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exc_str = str(exc).lower()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is_network = any(kw in exc_str for kw in [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"connection","timeout","no route",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"errno 65","reset by peer","broken pipe","eof",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])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if not is_network: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raise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delay = RETRY_DELAY_BASE * (2 ** (attempt - 1))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if attempt == max_retries: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return None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time.sleep(delay)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return None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_retry(func, description) — Generic retry wrapper.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Input: a callable func(), a human-readable label.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Output: func()'s return value, or None if all retries fail.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range(1, max_retries + 1) — 1-indexed attempts: 1…5.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try/except — Catches all exceptions, but only retries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if the error message contains network-related keywords.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Non-network errors are re-raised immediately (raise).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Exponential backoff: delay = 15 × 2^(attempt-1)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15s, 30s, 60s, 120s, 240s. Prevents hammering the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ChEMBL server during transient outages.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time.sleep(delay) — Blocks execution for delay seconds.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Returns None after max retries → caller checks for None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and skips that gene gracefully.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⚠ Note: except (ConnectionError, OSError, Exception)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is redundant — Exception already catches everything.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Just 'except Exception' would suffice.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13 / 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Fetch Bioactivity — Target Search (Lines 131–154)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def fetch_bioactivity_data():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target_client = new_client.target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activity_client = new_client.activity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all_rows = []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for gene, search_terms in 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GENE_SEARCH_TERMS.items():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chosen_target_id = None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for term in search_terms: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def _search(t=term):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return list(target_client.search(t))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hits = _retry(_search, ...)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if hits is None: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continue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for hit in hits: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if (hit.get("organism") == "Homo sapiens"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and hit.get("target_type") ==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"SINGLE PROTEIN"):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chosen_target_id = hit["target_chembl_id"]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break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if chosen_target_id: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new_client.target / .activity — ChEMBL API clients.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target_client searches for protein targets;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activity_client downloads bioactivity measurements.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Outer loop: iterates over all 15 PD genes.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Inner loop: tries each search term for that gene.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def _search(t=term) — Closure with default arg trick: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captures the current value of 'term' at definition time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(Python late-binding gotcha avoidance).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list(target_client.search(t)) — Forces lazy QuerySet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into a list (triggers the actual HTTP request).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Filters: organism == "Homo sapiens" ensures human targets;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target_type == "SINGLE PROTEIN" avoids protein complexes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or non-protein targets.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hit['target_chembl_id'] — e.g., 'CHEMBL2185' — unique ID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used to download bioactivity data in the next step.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Double break pattern: inner break exits term loop;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outer 'if chosen_target_id: break' exits gene terms.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14 / 54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Fetch Bioactivity — Download Activities (Lines 160–174)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def _fetch_activities(tid=chosen_target_id):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return list(activity_client.filter(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target_chembl_id=tid,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standard_type__in=BIOACTIVITY_TYPES,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standard_units="nM",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standard_value__isnull=False,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).only([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"molecule_chembl_id",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"canonical_smiles",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"standard_type",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"standard_value",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"standard_units",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]))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activity_client.filter(…) — Django-style ORM query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translated to ChEMBL REST API parameters.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target_chembl_id=tid — Filter by the specific target.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standard_type__in=[IC50, Ki, EC50] — Only download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these three potency measure types. '__in' is a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Django-style lookup: matches any value in the list.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standard_units="nM" — Only nanomolar units for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consistency (avoids unit-conversion errors).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standard_value__isnull=False — Exclude records where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the potency value is missing.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.only([…]) — Restricts returned fields → reduces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payload size and speeds up download.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list(…) — Forces the lazy QuerySet into a concrete list,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triggering the actual HTTP GET request(s).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Output: List of dicts, each containing molecule ID,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SMILES structure, assay type, and potency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15 / 54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Labeling &amp; Deduplication (Lines 176–206)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gene_rows = []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for act in activities: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smi, val = act.get("canonical_smiles"), 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 act.get("standard_value")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if smi is None or val is None: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continue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val = float(val)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if val &lt;= ACTIVE_THRESHOLD_NM:      # ≤ 1000 nM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label = 1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elif val &gt;= INACTIVE_THRESHOLD_NM:  # ≥ 10000 nM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label = 0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else: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continue                          # drop mid-range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# Remove conflicting labels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ambiguous = df_gene.groupby("canonical_smiles")\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       ["label"].nunique()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ambiguous_smiles = ambiguous[ambiguous &gt; 1].index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df_gene = df_gene[~df_gene["canonical_smiles"]\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        .isin(ambiguous_smiles)]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df_gene = df_gene.drop_duplicates(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subset="canonical_smiles")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act.get(key) — Safe dict access; returns None if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the key is missing (avoids KeyError).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float(val) — ChEMBL returns string values; cast to float.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Labeling logic (binary classification):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— val ≤ 1000 nM → Active (1): compound potently binds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— val ≥ 10000 nM → Inactive (0): weak/no binding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— 1000 &lt; val &lt; 10000 → DROPPED (ambiguous zone)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This 10× gap is a standard med-chem convention.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Ambiguity removal: A SMILES may appear in multiple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assays with conflicting labels (active in one, inactive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in another). groupby + nunique finds these; they are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removed to avoid noisy labels.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drop_duplicates(subset='canonical_smiles') — Keeps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only one record per unique molecule (first occurrence).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Purpose: Creates a clean, binary-labeled dataset per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gene for downstream ML training.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16 / 54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Featurize SMILES — Per Molecule (Lines 217–225)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def featurize_smiles(smiles: str):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mol = Chem.MolFromSmiles(smiles)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if mol is None: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return None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row = {name: func(mol)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for name, func in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DESCRIPTOR_FUNCS.items()}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fp_arr = np.array(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morgan_gen.GetFingerprint(mol))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for i, bit in enumerate(fp_arr):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row[f"fp_{i}"] = int(bit)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return 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Input: A SMILES string (e.g., 'CC(=O)Oc1ccccc1C(=O)O').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Output: Dict with 7 descriptors + 1024 fingerprint bits,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or None if SMILES is invalid.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Chem.MolFromSmiles(smiles) — Parses SMILES into an RDKit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Mol object. Returns None if parsing fails (malformed SMILES).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Dict comprehension — Computes all 7 descriptors in one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line by calling each function on the Mol object.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morgan_gen.GetFingerprint(mol) — Generates ECFP4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fingerprint as a bit-vector object.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np.array(…) — Converts RDKit fingerprint to numpy array.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for i, bit in enumerate(fp_arr) — Iterates over each of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the 1024 bits, creating columns fp_0 … fp_1023.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int(bit) casts numpy int to Python int.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Total features per molecule: 7 + 1024 = 1031 columns.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17 / 54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Featurize Dataset — Batch Processing (Lines 228–243)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def featurize_dataset(combined_df):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print("=== Featurizing compounds ===")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feature_rows, valid_idx, n_invalid = 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[], [], 0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for idx, smi in 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combined_df["canonical_smiles"].items():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feats = featurize_smiles(smi)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if feats is None: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n_invalid += 1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continue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feature_rows.append(feats)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valid_idx.append(idx)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feat_df = pd.DataFrame(feature_rows,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             index=valid_idx)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result = combined_df.loc[valid_idx,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["gene","molecule_chembl_id","label"]]\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.join(feat_df)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result.to_csv(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"featurized_bioactivity_dataset.csv",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index=False)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return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Input: combined_df — DataFrame with all genes' SMILES.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Output: DataFrame with metadata + 1031 numeric features + label.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.items() — Iterates over (index, value) pairs of the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canonical_smiles column.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featurize_smiles(smi) — Calls per-molecule featurizer.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Returns None for invalid SMILES → counted &amp; skipped.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valid_idx — Tracks which original DataFrame rows were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successfully featurized (preserves index alignment).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pd.DataFrame(feature_rows, index=valid_idx) — Builds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a features-only DataFrame, indexed to match combined_df.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.loc[valid_idx, …].join(feat_df) — Selects metadata cols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(gene, molecule_id, label) for valid rows, then joins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them with the numeric features on matching indices.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.to_csv(…) — Saves the full featurized dataset as CSV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for reproducibility and reuse (LR script can load this).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18 / 54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Compute All Metrics Helper (Lines 249–262)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def compute_all_metrics(y_true, y_pred, y_proba):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tn, fp, fn, tp = confusion_matrix(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y_true, y_pred, labels=[0, 1]).ravel()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specificity = tn / (tn + fp) 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if (tn + fp) &gt; 0 else np.nan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return {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"Accuracy":    accuracy_score(y_true, y_pred),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"Precision":   precision_score(y_true, y_pred,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         zero_division=0),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"Recall/Sens": recall_score(y_true, y_pred,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         zero_division=0),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"Specificity": specificity,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"F1-score":    f1_score(y_true, y_pred,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         zero_division=0),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"ROC-AUC":     roc_auc_score(y_true, y_proba)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         if len(set(y_true)) &gt; 1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         else np.nan,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"PR-AUC":      average_precision_score(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         y_true, y_proba) ...,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"MCC":         matthews_corrcoef(y_true, y_pred),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"TN": tn, "FP": fp, "FN": fn, "TP": tp,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Input: y_true (ground truth), y_pred (predicted labels),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y_proba (predicted probabilities for class 1).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Output: Dict with 12 evaluation metrics.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confusion_matrix(…, labels=[0,1]).ravel() — Returns a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2×2 matrix flattened to (TN, FP, FN, TP). labels=[0,1]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ensures consistent ordering.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Specificity = TN / (TN+FP) — True negative rate.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Manual computation (not in sklearn).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zero_division=0 — If a class has no predictions,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return 0.0 instead of raising a warning.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len(set(y_true)) &gt; 1 — Guard: ROC-AUC and PR-AUC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require both classes in y_true. If only one class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exists in the test set, returns NaN.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MCC — Matthews Correlation Coefficient: balanced metric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that works even with imbalanced classes. Range [-1, 1].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PR-AUC — Area under the Precision-Recall curve; more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informative than ROC-AUC for imbalanced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19 / 54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Evaluation Metrics — Summary 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200400"/>
                <a:gridCol w="91440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Formula / Description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Used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(TP+TN) / (TP+TN+FP+FN)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0–1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Overall correctness; can mislead if imbalanced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TP / (TP+FP)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0–1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 predicted actives, how many are truly active?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 / Sensitivity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TP / (TP+FN)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0–1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 all true actives, how many were found?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Specificity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TN / (TN+FP)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0–1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Of all true inactives, how many were correctly rejected?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 × (Prec×Rec) / (Prec+Rec)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0–1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Harmonic mean of precision &amp; recall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 under ROC curve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0–1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Discrimination ability across all thresholds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PR-AUC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Area under Precision-Recall curve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0–1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Better than ROC-AUC when classes are imbalanced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MCC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See formula (balanced binary metric)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-1 to +1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single metric for binary classification quality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20 / 54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Train &amp; Evaluate — Data Preparation (Lines 268–290)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def train_and_evaluate(featurized_df):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feature_cols = [c for c in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featurized_df.columns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if c not in ("gene",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"molecule_chembl_id", "label")]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results, skipped = [], []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for gene, gdf in 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featurized_df.groupby("gene"):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n = len(gdf)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class_counts = gdf["label"].value_counts()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min_class_count = class_counts.min()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if n &lt; MIN_TOTAL_SAMPLES or 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min_class_count &lt; MIN_SAMPLES_PER_CLASS: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skipped.append((gene, n, dict(class_counts)))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continue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X, y = gdf[feature_cols].values, 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gdf["label"].values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X_train, X_test, y_train, y_test = 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train_test_split(X, y, test_size=0.25,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random_state=42, stratify=y)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scaler = StandardScaler()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X_train_s = scaler.fit_transform(X_train)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X_test_s  = scaler.transform(X_test)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feature_cols — List comprehension that selects all columns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EXCEPT gene, molecule_chembl_id, label (metadata/target).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groupby('gene') — Groups the dataset by gene name.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Each group (gdf) contains only that gene's compounds.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ONE MODEL IS TRAINED PER GENE (independent classifiers).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value_counts() — Counts Active vs. Inactive samples.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min() gives the minority class count.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Skip conditions: n &lt; 20 total OR minority &lt; 6.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With test_size=0.25 and stratify, 6 in minority class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guarantees ≥1 sample per class in the test set.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.values — Converts DataFrame to numpy array for sklearn.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train_test_split: test_size=0.25 → 75% train / 25% test.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random_state=42 → reproducible split.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stratify=y → preserves active/inactive ratio in both sets.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StandardScaler: fit_transform(X_train) computes μ,σ from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train set; transform(X_test) applies the SAME μ,σ.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This prevents data leakage (test stats not used for scaling).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21 / 54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XGBoost Model — Instantiation &amp; Training (Lines 292–299)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model = XGBClassifier(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n_estimators=200,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max_depth=4,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learning_rate=0.05,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subsample=0.8,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colsample_bytree=0.8,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eval_metric="logloss",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random_state=42,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n_jobs=-1,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model.fit(X_train_s, y_train)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y_pred  = model.predict(X_test_s)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y_proba = model.predict_proba(X_test_s)[:,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XGBClassifier — Gradient-boosted tree ensemble.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n_estimators=200 — Number of boosting rounds (trees).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More trees = lower bias, but risk of overfitting.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max_depth=4 — Max depth of each tree. Shallow trees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(weak learners) are preferred in boosting. 4 is moderate.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learning_rate=0.05 — Shrinkage factor; each tree's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contribution is scaled by 0.05. Lower = more robust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but needs more trees to compensate.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subsample=0.8 — Each tree trains on 80% of the rows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(stochastic gradient boosting → reduces overfitting).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colsample_bytree=0.8 — Each tree uses 80% of features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(similar to random forest's feature subsampling).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eval_metric="logloss" — Log-loss (binary cross-entropy)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for internal evaluation during training.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n_jobs=-1 — Use all CPU cores for parallel tree building.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.predict() → binary labels; .predict_proba()[:,1] → P(Active).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22 / 54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XGBoost Hyperparameters — Detailed Reference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2560320"/>
                <a:gridCol w="3017520"/>
                <a:gridCol w="32918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 of Increasing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 of Decreasing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n_estimators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Number of boosting rounds (trees)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Lower bias, higher variance, slower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Higher bias, faster training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max_depth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Maximum depth of each tree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More complex trees, overfitting risk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Simpler trees, higher bias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learning_rate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Shrinkage per boosting step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Faster convergence, overfitting risk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Slower convergence, more robust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subsample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Fraction of rows per tree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Uses more data, less variance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More stochastic, less overfitting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colsample_bytree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Fraction of features per tree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Uses more features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More feature diversity per tree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eval_metric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logloss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Internal metric during training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random_state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RNG seed for reproducibility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n_jobs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-1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CPU parallelism (-1 = all cores)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23 / 54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Confusion Matrix Visualization (Lines 305–312)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cm = confusion_matrix(y_test, y_pred,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            labels=[0, 1])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disp = ConfusionMatrixDisplay(cm,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display_labels=["Inactive", "Active"])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fig, ax = plt.subplots(figsize=(4, 4))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disp.plot(ax=ax, cmap="Blues", colorbar=False)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ax.set_title(f"XGBoost — {gene}")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plt.tight_layout()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plt.savefig(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f"{OUT_DIR}/{gene}_confusion_matrix.png",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dpi=120)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plt.close(fig)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confusion_matrix(y_test, y_pred, labels=[0,1]) —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Computes the 2×2 confusion matrix. labels=[0,1]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fixes row/column order: row 0 = Inactive, row 1 = Active.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ConfusionMatrixDisplay(cm, display_labels=…) — Creates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a display object with human-readable class names.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plt.subplots(figsize=(4,4)) — Creates a 4×4 inch figure.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Returns (fig, ax) tuple for fine-grained control.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disp.plot(ax=ax, cmap="Blues", colorbar=False) — Renders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the heatmap on the specified axes with a blue colormap.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colorbar=False keeps the plot clean.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plt.tight_layout() — Adjusts spacing to prevent label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clipping in the saved image.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plt.savefig(…, dpi=120) — Saves as PNG at 120 DPI.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plt.close(fig) — Frees memory; essential in loops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that create many plots (prevents memory leaks).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24 / 54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 Aggregation &amp; Output (Lines 314–335)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if skipped: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print("Skipped genes (not enough compounds):")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for gene, n, counts in skipped: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print(f"  {gene}: N={n}, counts={counts}")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if not results: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print("No gene had enough data to model.")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return None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results_df = pd.DataFrame(results)\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.set_index("Gene")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col_order = ["N_total","Accuracy","Precision",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"Recall/Sens","Specificity","F1-score",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"ROC-AUC","PR-AUC","MCC","TN","FP","FN","TP"]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results_df = results_df[col_order].round(3)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results_df.to_csv(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"xgboost_bioactivity_results_per_gene.csv")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skipped — List of (gene, n, counts) tuples for genes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that didn't have enough data. Printed as a warning.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if not results — Edge case: if no gene had enough data,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returns None and prints a warning. No CSV is saved.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pd.DataFrame(results) — Converts list of metric dicts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into a DataFrame. Each dict = one row (one gene).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.set_index('Gene') — Sets gene name as the row index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for cleaner display and CSV output.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col_order — Explicit column ordering for consistency.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N_total first (sample size), then performance metrics,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then confusion matrix counts.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.round(3) — Rounds all float columns to 3 decimal places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for clean reporting.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.to_csv(…) — Final output: one row per gene, 13 columns.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This CSV is consumed by compare_models.py.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25 / 54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1 —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Main Entry Point (Lines 341–347)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if __name__ == "__main__":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combined = fetch_bioactivity_data()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if len(combined) == 0: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raise SystemExit(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"No data fetched from ChEMBL — "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"check your internet connection "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"/ target search terms.")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featurized = featurize_dataset(combined)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train_and_evaluate(featurized)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if __name__ == "__main__": — Python idiom that ensures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the code below runs ONLY when the script is executed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directly (not when imported as a module).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Execution order: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1. fetch_bioactivity_data() — Downloads &amp; labels data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2. featurize_dataset(combined) — SMILES → numeric features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3. train_and_evaluate(featurized) — Train XGBoost per gene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len(combined) == 0 — Safety check: if no data was fetched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(e.g., no internet), abort with a clear error message.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raise SystemExit(msg) — Exits the script with a non-zero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status code and prints the error message. Equivalent to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sys.exit(msg) but can be used without importing sys.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Note: This script always re-fetches from ChEMBL.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The LR script has a caching optimization (next section).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26 / 54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6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SCRIPT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450"/>
              </a:lnSpc>
              <a:spcAft>
                <a:spcPts val="20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logistic_regression_full_pipeline_antigravity.py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340 lines  •  Same Steps 1–3  •  Logistic Regression Classifier  •  Caches featurized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27 / 54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2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Differences from XGBoost Script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Steps 1–3 are IDENTICAL to the XGBoost script: same genes, same ChEMBL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queries, same labeling thresholds, same featurization, same metrics helper.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ONLY Step 4 (model training) differs: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XGBoost: XGBClassifier(n_estimators=200, max_depth=4, …)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Logistic Regression: LogisticRegression(C=1.0, solver='lbfgs', max_iter=2000)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Same train/test split: test_size=0.25, random_state=42, stratify=y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→ Models are trained and tested on the EXACT same data partitions.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Confusion matrix colormap: 'Oranges' instead of 'Blues'.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Output directory: 'lr_bioactivity_confusion_matrices/' instead of 'xgb_…'.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Output CSV: 'logistic_regression_bioactivity_results_per_gene.csv'.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▸ NEW: Cached data reuse — If featurized_bioactivity_dataset.csv exists,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it skips Steps 1 &amp; 2 entirely and loads the cached file.</a:t>
            </a:r>
          </a:p>
          <a:p>
            <a:pPr>
              <a:lnSpc>
                <a:spcPts val="1690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This assumes the XGBoost script was run first.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28 / 54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2 — IMPORTS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Logistic Regression Import (Line 37)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# XGBoost script has: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from xgboost import XGBClassifier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# Logistic Regression script has instead: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from sklearn.linear_model import LogisticRegression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This is the ONLY import difference between the scripts.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LogisticRegression — Linear classifier from scikit-learn.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Models the log-odds of the positive class as a linear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combination of input features.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P(Active) = σ(w · x + b) where σ is the sigmoid function,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w is the weight vector, x is the feature vector,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and b is the bias term.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Unlike XGBoost (which is non-linear and captures feature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interactions automatically), LR assumes a linear decision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boundary in feature space.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Why both? XGBoost is the 'power' model; LR is the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'baseline' model. Comparing them shows whether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non-linear patterns in the fingerprint/descriptor space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actually improve prediction.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29 / 54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2 —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Logistic Regression — Model Configuration (Lines 283–288)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# Logistic Regression is scale-sensitive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# -&gt; scaling is REQUIRED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scaler = StandardScaler()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X_train_s = scaler.fit_transform(X_train)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X_test_s = scaler.transform(X_test)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# C=1.0 (moderate L2 regularization)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model = LogisticRegression(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C=1.0,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solver="lbfgs",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max_iter=2000,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random_state=42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model.fit(X_train_s, y_train)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y_pred  = model.predict(X_test_s)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y_proba = model.predict_proba(X_test_s)[:, 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StandardScaler is CRITICAL for LR (unlike XGBoost,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which is tree-based and scale-invariant). Without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scaling, features with large ranges (e.g., MolWt ~100–800)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dominate features with small ranges (e.g., fp bits 0/1).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C=1.0 — Inverse regularization strength. C = 1/λ where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λ is the L2 penalty coefficient. Lower C = stronger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regularization. C=1.0 is a moderate default.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solver="lbfgs" — Limited-memory Broyden–Fletcher–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Goldfarb–Shanno quasi-Newton optimizer. Efficient for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small-to-medium datasets; supports L2 penalty.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max_iter=2000 — Maximum optimization iterations.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Increased from default 100 because high-dimensional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fingerprint features (1024 bits) need more iterations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for convergence.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random_state=42 — Reproducible; same as XGBoost for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fair comparison.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30 / 54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2 —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Logistic Regression Hyperparameters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731520"/>
                <a:gridCol w="2926080"/>
                <a:gridCol w="2926080"/>
                <a:gridCol w="30175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 of Increasing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Effect of Decreasing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Inverse regularization strength (1/λ)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Less regularization, more complex model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Stronger L2 penalty, simpler model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solver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lbfgs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Optimization algorithm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max_iter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2000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Max optimization iterations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Better convergence, slower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May not converge (warning)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random_state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RNG seed for reproducibility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penalty (default)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l2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L2 (ridge) regularization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31 / 54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2 —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Cached Data Reuse in Main Block (Lines 330–339)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if __name__ == "__main__":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if os.path.exists(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"featurized_bioactivity_dataset.csv"):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print("Loading previously featurized "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  "dataset to save time...")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featurized = pd.read_csv(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"featurized_bioactivity_dataset.csv")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else: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combined = fetch_bioactivity_data()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if len(combined) == 0: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raise SystemExit(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        "No data fetched from ChEMBL")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featurized = featurize_dataset(combined)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train_and_evaluate(featurized)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Key difference: LR script checks if the featurized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CSV already exists BEFORE fetching from ChEMBL.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os.path.exists(…) — Returns True if the file exists.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If True: pd.read_csv() loads the cached featurized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dataset → skips the entire ChEMBL download and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featurization steps (saves 5–15 minutes).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If False: Runs the full pipeline (fetch → featurize)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just like the XGBoost script.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Workflow assumption: Run XGBoost script first → it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creates featurized_bioactivity_dataset.csv → then run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LR script → it reuses the same data.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This ensures BOTH MODELS train on identical data,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making the comparison fair and reproducible.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⚠ Risk: If the XGBoost script hasn't been run first,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the LR script will re-fetch everything from scratch.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32 / 54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800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0">
                <a:solidFill>
                  <a:srgbClr val="DDDDDD"/>
                </a:solidFill>
                <a:latin typeface="Calibri"/>
              </a:defRPr>
            </a:pPr>
            <a:r>
              <a:t>SCRIPT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79"/>
              </a:lnSpc>
              <a:spcAft>
                <a:spcPts val="20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compare_models.py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Aft>
                <a:spcPts val="200"/>
              </a:spcAft>
              <a:defRPr sz="1400" b="0">
                <a:solidFill>
                  <a:srgbClr val="DDDDDD"/>
                </a:solidFill>
                <a:latin typeface="Calibri"/>
              </a:defRPr>
            </a:pPr>
            <a:r>
              <a:t>43 lines  •  Merges XGBoost &amp; LR results  •  Declares ROC-AUC winner per gene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33 / 54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Imports &amp; Data Loading (Lines 1–10)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import pandas as pd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def main():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# Load the results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xgb_df = pd.read_csv(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"xgboost_bioactivity_results_per_gene.csv")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lr_df  = pd.read_csv(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"logistic_regression_bioactivity"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"_results_per_gene.csv")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import pandas as pd — Only pandas is needed for this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script (pure data manipulation, no ML or chemistry).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def main(): — Wraps all logic in a function. Called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via the if __name__ == "__main__" guard at the end.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pd.read_csv(…) — Loads each model's per-gene results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CSV into a DataFrame.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xgb_df — XGBoost results: one row per gene, columns =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Gene, N_total, Accuracy, Precision, etc.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lr_df — Logistic Regression results: same structure.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Prerequisite: Both pipeline scripts must have been run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first, creating these two CSV files in the current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working directory.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34 / 54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Merge &amp; Reorder Columns (Lines 12–23)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# Merge them on Gene and N_total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merged = pd.merge(xgb_df, lr_df,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on=["Gene", "N_total"],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suffixes=("_XGB", "_LR"))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# Reorder to pair same metrics together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metrics = ["Accuracy", "Precision",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"Recall/Sens", "Specificity", "F1-score",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"ROC-AUC", "PR-AUC", "MCC",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"TN", "FP", "FN", "TP"]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ordered_cols = ["Gene", "N_total"]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for m in metrics: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ordered_cols.append(f"{m}_XGB")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ordered_cols.append(f"{m}_LR")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final_df = merged[ordered_cols].copy()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pd.merge(…, on=['Gene', 'N_total']) — SQL-style inner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join on gene name AND total sample count. Only genes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present in BOTH CSVs appear in the merged result.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suffixes=("_XGB", "_LR") — When both DataFrames have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columns with the same name (e.g., 'Accuracy'), pandas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renames them: Accuracy_XGB, Accuracy_LR.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metrics list — All 12 metrics in the desired display order.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Column interleaving loop: For each metric, adds the XGB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version then the LR version side-by-side. This makes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comparison easy: Accuracy_XGB | Accuracy_LR | …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.copy() — Creates an explicit copy to avoid pandas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SettingWithCopyWarning on subsequent modifications.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Result: A wide DataFrame with 2 + 24 = 26 columns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(Gene, N_total, then 12 metrics × 2 models).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35 / 54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SCRIPT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Determine Winner &amp; Save (Lines 25–42)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5486400" cy="4572000"/>
          </a:xfrm>
          <a:prstGeom prst="rect">
            <a:avLst/>
          </a:prstGeom>
          <a:solidFill>
            <a:srgbClr val="2D2D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# Determine the "winner" for ROC-AUC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def get_winner(row):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if row["ROC-AUC_XGB"] &gt; row["ROC-AUC_LR"]: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return "XGBoost"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elif row["ROC-AUC_LR"] &gt; row["ROC-AUC_XGB"]: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return "Logistic Regression"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else: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    return "Tie"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final_df.insert(2, "Best_ROC_AUC",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final_df.apply(get_winner, axis=1))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# Save the file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out_file = "model_comparison_results.csv"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final_df.to_csv(out_file, index=False)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print(f"Comparison saved to {out_file}")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if __name__ == "__main__":</a:t>
            </a:r>
          </a:p>
          <a:p>
            <a:pPr>
              <a:lnSpc>
                <a:spcPts val="1260"/>
              </a:lnSpc>
              <a:spcAft>
                <a:spcPts val="0"/>
              </a:spcAft>
              <a:defRPr sz="900">
                <a:solidFill>
                  <a:srgbClr val="DADADA"/>
                </a:solidFill>
                <a:latin typeface="Courier New"/>
              </a:defRPr>
            </a:pPr>
            <a:r>
              <a:t>    main()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get_winner(row) — Takes a row (Series) of the merged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DataFrame and compares ROC-AUC values between the two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models. Returns 'XGBoost', 'Logistic Regression', or 'Tie'.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.apply(get_winner, axis=1) — Applies the function to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each ROW (axis=1) of the DataFrame. Returns a Series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of winner labels.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.insert(2, 'Best_ROC_AUC', …) — Inserts the winner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column at position 2 (after Gene and N_total),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making it immediately visible in the output.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.to_csv(out_file, index=False) — Saves to CSV without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the numeric index column.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Why ROC-AUC? It's the most commonly used metric for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comparing classifiers across thresholds. It measures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the model's ability to discriminate between classes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regardless of the classification threshold.</a:t>
            </a: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48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▸ if __name__ == "__main__": main() — Standard guard.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36 / 54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XGBoost vs. Logistic Regression — Side by Side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480560"/>
                <a:gridCol w="4480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 Type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Gradient-boosted tree ensemble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Linear model (log-odds)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Non-linearity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Captures automatically (tree splits)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None (linear boundary only)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Interactions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Captured via tree depth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Must be engineered manually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Regularization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subsample, colsample, max_depth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L2 penalty (C=1.0)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Scale Sensitivity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No (tree-based, rank-order only)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Yes — StandardScaler required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Interpretability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Feature importance (gain/cover)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Coefficients (direct weights)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Training Speed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Slower (200 trees to build)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Faster (closed-form / iterative)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Overfitting Risk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Moderate (controlled by max_depth, lr)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Lower (linear model, fewer parameters)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Complex patterns, mid-size tabular data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Baseline, interpretable model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37 / 54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Preprocessing Pipeline —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1828800"/>
                <a:gridCol w="2103120"/>
                <a:gridCol w="29260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Happens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Matters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1. ChEMBL Fetch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Query API for IC50/Ki/EC50 in nM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 search terms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Raw bioactivity records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Real-world experimental data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2. Labeling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Active ≤ 1µM, Inactive ≥ 10µM, drop mid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Raw potency values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Binary labels (0/1)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Clear decision boundary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3. Ambiguity Removal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Drop SMILES with conflicting labels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Labeled compounds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Clean labeled set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Avoid noisy training signals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4. Deduplication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One record per unique SMILES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Multi-assay compounds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Unique molecules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Prevents data leakage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5. SMILES → Mol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Parse SMILES to RDKit Mol object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SMILES strings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Mol objects (or None)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Invalid SMILES filtered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6. Descriptors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Compute 7 physicochemical properties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Mol object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 numeric columns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Drug-likeness features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7. Fingerprints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1024-bit Morgan ECFP4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Mol object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1024 binary columns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Substructure encoding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8. StandardScaler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Z-score normalize features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Raw features (train/test)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Scaled features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Required for LR, harmless for XGB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38 / 54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Leakage, Errors &amp; Redundant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DATA LEAKAGE RISKS: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✓ Scaler fit on train only → No leakage via StandardScaler (correctly done).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✓ Train/test split per gene → No cross-gene leakage.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⚠ Risk: Same molecule may appear under DIFFERENT genes (multi-target compound).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  If Gene A train has compound X and Gene B test has compound X, this is not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   leakage per gene, but could inflate overall aggregated metrics.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REDUNDANT CODE: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⚠ Steps 1–3 are duplicated verbatim across both scripts (~250 identical lines).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⚠ except (ConnectionError, OSError, Exception) — Exception alone suffices.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ERRORS / EDGE CASES: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⚠ No cross-validation — single 75/25 split gives high variance estimates.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⚠ No hyperparameter tuning (GridSearchCV / Optuna) — fixed hyperparameters.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⚠ StandardScaler on XGBoost is unnecessary (tree models are scale-invariant).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POSSIBLE IMPROVEMENTS: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Refactor shared Steps 1–3 into a common module imported by both scripts.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Add stratified k-fold cross-validation (e.g., 5-fold) for robust estimates.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Add hyperparameter tuning (RandomizedSearchCV or Bayesian optimization).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Log-transform descriptors (MolWt, TPSA) to reduce skew.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Add SMOTE or class-weight balancing for highly imbalanced genes.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39 / 54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Suggested Improvements — Detailed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FEATURE ENGINEERING IMPROVEMENTS: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Add MACCS keys (166-bit) alongside Morgan fingerprints for complementary encoding.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Feature selection: Remove low-variance fingerprint bits (many are always 0).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PCA/UMAP for dimensionality reduction before Logistic Regression.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MODEL IMPROVEMENTS: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Ensemble: Stack XGBoost + LR predictions with a meta-learner.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Try Random Forest as a third baseline (bag of trees, no boosting).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Use class_weight='balanced' in LogisticRegression for imbalanced genes.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Use scale_pos_weight in XGBoost for the same purpose.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EVALUATION IMPROVEMENTS: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Use stratified 5-fold or 10-fold cross-validation with mean ± std.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Report confidence intervals (bootstrap or Wilson) for each metric.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Add ROC curves and PR curves as plots (not just AUC numbers).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Statistical significance tests (e.g., paired t-test on fold metrics).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CODE QUALITY IMPROVEMENTS: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Extract shared code into a common_pipeline.py module.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Use argparse for configurable thresholds and output paths.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Add logging module instead of print statements.</a:t>
            </a:r>
          </a:p>
          <a:p>
            <a:pPr>
              <a:lnSpc>
                <a:spcPts val="1375"/>
              </a:lnSpc>
              <a:spcAft>
                <a:spcPts val="200"/>
              </a:spcAft>
              <a:defRPr sz="1100" b="0">
                <a:solidFill>
                  <a:srgbClr val="FFFFFF"/>
                </a:solidFill>
                <a:latin typeface="Calibri"/>
              </a:defRPr>
            </a:pPr>
            <a:r>
              <a:t>  → Add type hints and docstrings to all functions.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40 / 54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Output Files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FILES GENERATED BY XGBOOST SCRIPT: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📄 bioactivity_&lt;gene&gt;.csv — Raw labeled data per gene (15 files)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📄 bioactivity_all_genes_combined.csv — All genes combined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📄 featurized_bioactivity_dataset.csv — Numeric features + labels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📄 xgboost_bioactivity_results_per_gene.csv — XGBoost metrics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📁 xgb_bioactivity_confusion_matrices/&lt;gene&gt;_confusion_matrix.png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FILES GENERATED BY LOGISTIC REGRESSION SCRIPT: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📄 logistic_regression_bioactivity_results_per_gene.csv — LR metrics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📁 lr_bioactivity_confusion_matrices/&lt;gene&gt;_confusion_matrix.png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(If featurized CSV exists, Steps 1-2 are skipped; no new data files)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FILES GENERATED BY COMPARE SCRIPT: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📄 model_comparison_results.csv — Side-by-side metrics + Best_ROC_AUC winner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EXECUTION ORDER: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1. xgboost_full_pipeline_antigravity.py  (must run first — creates base data)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2. logistic_regression_full_pipeline_antigravity.py  (reuses featurized data)</a:t>
            </a:r>
          </a:p>
          <a:p>
            <a:pPr>
              <a:lnSpc>
                <a:spcPts val="1560"/>
              </a:lnSpc>
              <a:spcAft>
                <a:spcPts val="200"/>
              </a:spcAft>
              <a:defRPr sz="1200" b="0">
                <a:solidFill>
                  <a:srgbClr val="FFFFFF"/>
                </a:solidFill>
                <a:latin typeface="Calibri"/>
              </a:defRPr>
            </a:pPr>
            <a:r>
              <a:t>  3. compare_models.py  (reads both results CSVs)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41 / 54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SYNTAX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Python Operators &amp; Syntax Used Across All Scripts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474720"/>
                <a:gridCol w="5486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Syntax / Operator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007AC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&lt;=, &gt;=, &gt;, &lt;, ==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 &lt;= 1000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Comparison operators; return True/False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f"…{var}…"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f"Saved to {out_file}"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f-string: inline string formatting (Python 3.6+)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[… for … in … if …]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[c for c in cols if c not in (…)]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List comprehension with filter condition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{k: v for k, v in …}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{name: func(mol) for …}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Dict comprehension; builds dict in one expression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dict.get(key)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act.get('canonical_smiles')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Safe access: returns None instead of KeyError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dict.items()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GENE_SEARCH_TERMS.items()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Iterates over (key, value) pairs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*args unpacking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tn, fp, fn, tp = ….ravel()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Tuple unpacking into named variables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if __name__ == '__main__'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if __name__ == '__main__':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Guard: run code only when script executed directly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 f(x=val)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 _search(t=term):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Default argument; captures current value at definition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~series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~df['col'].isin(list)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Bitwise NOT on boolean Series; inverts True↔False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.apply(func, axis=1)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df.apply(get_winner, axis=1)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Apply function to each row (axis=1) or column (axis=0)</a:t>
                      </a:r>
                    </a:p>
                  </a:txBody>
                  <a:tcPr>
                    <a:solidFill>
                      <a:srgbClr val="2A2A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raise SystemExit(msg)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raise SystemExit("…")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Exit script with error message and non-zero status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42 / 54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40"/>
              </a:lnSpc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Viva / Mentor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Aft>
                <a:spcPts val="200"/>
              </a:spcAft>
              <a:defRPr sz="1800" b="0">
                <a:solidFill>
                  <a:srgbClr val="BBBBBB"/>
                </a:solidFill>
                <a:latin typeface="Calibri"/>
              </a:defRPr>
            </a:pPr>
            <a:r>
              <a:t>Likely Questions &amp; Model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43 / 54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VIVA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Q1: Why did you choose 1000 nM and 10000 nM as thresholds?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A: These are standard medicinal chemistry cutoffs: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≤ 1 µM (1000 nM) is widely accepted as 'active' in drug discovery.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≥ 10 µM (10000 nM) is a clear 'inactive' cutoff.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The 10× gap (1–10 µM) is intentionally dropped to create a clean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binary classification boundary with no ambiguous compounds.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This follows conventions used in benchmark datasets like MoleculeNet.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44 / 54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VIVA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Q2: Why train one model per gene instead of one global model?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A: Each gene/protein target has a unique binding pocket and interaction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profile. A compound that's active against LRRK2 may be inactive against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DRD2 for structural reasons. A single global model would confuse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target-specific SAR (Structure–Activity Relationships).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Per-gene models also allow us to identify which PD targets are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well-modeled (high AUC) vs. difficult (low AUC), guiding future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45 / 54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VIVA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Q3: Why use Morgan fingerprints specifically? What does radius=2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A: Morgan (circular) fingerprints encode local chemical neighborhoods.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radius=2 means each bit captures substructural patterns up to 2 bonds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from each atom (diameter 4 → ECFP4). This is the most widely used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fingerprint in cheminformatics for ML-based bioactivity prediction.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1024 bits is a standard length that balances representational power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against feature sparsity. Alternatives: MACCS (166 bits, less granular)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or longer Morgan (2048 bits, more detailed but sparser).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46 / 54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VIVA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Q4: Is StandardScaler necessary for XGBoost?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A: No. XGBoost is tree-based and makes decisions based on rank-order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of feature values (split thresholds), not magnitudes. Scaling does not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change the rank order, so it has no effect on tree-based models.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However, it doesn't hurt either (just wastes a few milliseconds).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The script applies it uniformly to keep the pipeline consistent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between XGBoost and Logistic Regression for fair comparison.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For Logistic Regression, scaling IS mandatory — it uses gradient-based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optimization and is sensitive to feature scale differences.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47 / 54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VIVA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Q5: How do you ensure there's no data leakage?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A: Multiple safeguards are in place: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1. StandardScaler is fit ONLY on training data; test data is transformed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using the training set's μ and σ (never the other way around).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2. Train/test split is done BEFORE any model fitting.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3. Stratified split preserves the class ratio in both partitions.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4. Each gene is modeled independently — no cross-gene contamination.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Potential concern: A multi-target compound could appear in Gene A's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training set and Gene B's test set. This is not leakage per gene,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but could slightly inflate aggregated metrics if not accounted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48 / 54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VIVA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Q6: Why is MCC considered the best single metric for binary classification?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A: MCC (Matthews Correlation Coefficient) accounts for all four quadrants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of the confusion matrix (TP, TN, FP, FN) in a balanced way.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Unlike accuracy (which can be misleadingly high with imbalanced classes)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and F1 (which ignores TN), MCC returns a value between -1 and +1 where: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+1 = perfect prediction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0 = no better than random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-1 = total disagreement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It is especially informative when class sizes are unequal, which is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common in drug discovery (usually many more inactives than actives).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49 / 54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VIVA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Q7: What would you do differently to improve these models?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A: Key improvements I would make: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1. Replace single train/test split with 5-fold stratified cross-validation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 to get mean ± std for each metric (more robust estimates).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2. Add hyperparameter tuning via RandomizedSearchCV or Optuna.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3. Handle class imbalance with SMOTE oversampling or class_weight parameter.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4. Add feature selection (remove near-zero-variance fingerprint bits).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5. Try additional models: Random Forest, SVM, or neural networks.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6. Refactor shared code into a common module to eliminate duplication.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7. Add ROC/PR curve plots for visual performance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50 / 54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VIVA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Q8: Why compare XGBoost and Logistic Regression specifically?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A: They represent two fundamentally different model families: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LR is a LINEAR model: it draws a straight-line (hyperplane) decision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boundary. It serves as a strong baseline and is highly interpretable.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XGBoost is a NON-LINEAR ensemble: it can capture complex feature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interactions without manual feature engineering.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If XGBoost &gt;&gt; LR: The data has important non-linear patterns.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If LR ≈ XGBoost: The problem is mostly linear; simpler model is preferred.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In drug discovery, fingerprint-based classification is often surprisingly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linear, so LR can perform competitively despite its simplicity.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51 / 54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VIVA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Q9: What does the exponential backoff retry mechanism do and why is it important?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A: The _retry() function wraps each ChEMBL API call with fault tolerance: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If a network error occurs (timeout, connection reset, etc.), it waits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  and retries instead of crashing the entire pipeline.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Exponential backoff: delay = 15 × 2^(attempt-1) → 15s, 30s, 60s, 120s, 240s.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This prevents overwhelming the server during transient outages.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— After 5 failed attempts, it returns None and the gene is skipped gracefully.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This is critical because the script fetches data for 15 genes sequentially,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and a single network glitch shouldn't abort the entire multi-hour pipeline.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52 / 54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9"/>
              </a:lnSpc>
              <a:spcAft>
                <a:spcPts val="2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VIVA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Q10: Why drop compounds in the 1000–10000 nM range?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A: Compounds with moderate potency (1–10 µM) are ambiguous — they could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be weakly active or partially inactive depending on the assay conditions.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Including them as either class would introduce noise into the training data.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The 10× gap between thresholds creates a 'margin of safety' (analogous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to a margin in SVM) that ensures the two classes are well-separated.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This is a common practice in computational drug discovery benchmarks</a:t>
            </a:r>
          </a:p>
          <a:p>
            <a:pPr>
              <a:lnSpc>
                <a:spcPts val="1755"/>
              </a:lnSpc>
              <a:spcAft>
                <a:spcPts val="200"/>
              </a:spcAft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(e.g., ChEMBL activity classification papers, MoleculeNet datasets).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53 /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059"/>
              </a:lnSpc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39"/>
              </a:lnSpc>
              <a:spcAft>
                <a:spcPts val="200"/>
              </a:spcAft>
              <a:defRPr sz="1600" b="0">
                <a:solidFill>
                  <a:srgbClr val="DDDDDD"/>
                </a:solidFill>
                <a:latin typeface="Calibri"/>
              </a:defRPr>
            </a:pPr>
            <a:r>
              <a:t>Niharika Rai  •  Parkinson's Bioactivity Modeling  •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035"/>
              </a:lnSpc>
              <a:spcAft>
                <a:spcPts val="200"/>
              </a:spcAft>
              <a:defRPr sz="900" b="0">
                <a:solidFill>
                  <a:srgbClr val="666666"/>
                </a:solidFill>
                <a:latin typeface="Calibri"/>
              </a:defRPr>
            </a:pPr>
            <a:r>
              <a:t>54 / 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